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35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94"/>
  </p:normalViewPr>
  <p:slideViewPr>
    <p:cSldViewPr snapToGrid="0">
      <p:cViewPr varScale="1">
        <p:scale>
          <a:sx n="121" d="100"/>
          <a:sy n="121" d="100"/>
        </p:scale>
        <p:origin x="154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14914d0913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14914d09139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3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subTitle" idx="1"/>
          </p:nvPr>
        </p:nvSpPr>
        <p:spPr>
          <a:xfrm>
            <a:off x="311700" y="2622358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01700" y="5930375"/>
            <a:ext cx="4540590" cy="5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/>
        </p:nvSpPr>
        <p:spPr>
          <a:xfrm>
            <a:off x="311700" y="971447"/>
            <a:ext cx="8520600" cy="16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endParaRPr sz="5200" b="1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None/>
              <a:defRPr b="1">
                <a:solidFill>
                  <a:srgbClr val="0070C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  <a:defRPr b="1">
                <a:solidFill>
                  <a:srgbClr val="0070C0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  <a:defRPr b="1">
                <a:solidFill>
                  <a:srgbClr val="0070C0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  <a:defRPr b="1">
                <a:solidFill>
                  <a:srgbClr val="0070C0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  <a:defRPr b="1">
                <a:solidFill>
                  <a:srgbClr val="0070C0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  <a:defRPr b="1">
                <a:solidFill>
                  <a:srgbClr val="0070C0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  <a:defRPr b="1">
                <a:solidFill>
                  <a:srgbClr val="0070C0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  <a:defRPr b="1">
                <a:solidFill>
                  <a:srgbClr val="0070C0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  <a:defRPr b="1">
                <a:solidFill>
                  <a:srgbClr val="0070C0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55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55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1pPr>
            <a:lvl2pPr marL="914400" lvl="1" indent="-381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55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Calibri"/>
              <a:buNone/>
              <a:defRPr sz="40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  <a:defRPr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  <a:defRPr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  <a:defRPr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  <a:defRPr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  <a:defRPr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  <a:defRPr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  <a:defRPr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Font typeface="Calibri"/>
              <a:buNone/>
              <a:defRPr sz="2800" b="1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○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Slack Guide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92" name="Google Shape;92;p4"/>
          <p:cNvSpPr txBox="1">
            <a:spLocks noGrp="1"/>
          </p:cNvSpPr>
          <p:nvPr>
            <p:ph type="title" idx="4294967295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If you have any questions...</a:t>
            </a:r>
            <a:endParaRPr/>
          </a:p>
        </p:txBody>
      </p:sp>
      <p:sp>
        <p:nvSpPr>
          <p:cNvPr id="93" name="Google Shape;93;p4"/>
          <p:cNvSpPr txBox="1">
            <a:spLocks noGrp="1"/>
          </p:cNvSpPr>
          <p:nvPr>
            <p:ph type="body" idx="4294967295"/>
          </p:nvPr>
        </p:nvSpPr>
        <p:spPr>
          <a:xfrm>
            <a:off x="311700" y="1536624"/>
            <a:ext cx="8520600" cy="52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We made a Slack workspace where you can ask any questions. Please join!</a:t>
            </a:r>
            <a:endParaRPr sz="2300" dirty="0"/>
          </a:p>
          <a:p>
            <a:pPr lvl="1" indent="-374650">
              <a:spcBef>
                <a:spcPts val="0"/>
              </a:spcBef>
              <a:buSzPts val="2300"/>
            </a:pPr>
            <a:r>
              <a:rPr lang="en-US" sz="2300" dirty="0"/>
              <a:t>Link : https://</a:t>
            </a:r>
            <a:r>
              <a:rPr lang="en-US" sz="2300" dirty="0" err="1"/>
              <a:t>join.slack.com</a:t>
            </a:r>
            <a:r>
              <a:rPr lang="en-US" sz="2300" dirty="0"/>
              <a:t>/t/</a:t>
            </a:r>
            <a:r>
              <a:rPr lang="en-US" sz="2300" dirty="0" err="1"/>
              <a:t>compslackworkspace</a:t>
            </a:r>
            <a:r>
              <a:rPr lang="en-US" sz="2300" dirty="0"/>
              <a:t>/</a:t>
            </a:r>
            <a:r>
              <a:rPr lang="en-US" sz="2300" dirty="0" err="1"/>
              <a:t>shared_invite</a:t>
            </a:r>
            <a:r>
              <a:rPr lang="en-US" sz="2300" dirty="0"/>
              <a:t>/zt-3sige3337-wxHzLLndBXLHOdGwR6Ho~Q</a:t>
            </a:r>
            <a:endParaRPr lang="en" sz="2300" dirty="0"/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 dirty="0"/>
              <a:t>If the link doesn’t work, send an email to TA.</a:t>
            </a:r>
            <a:endParaRPr sz="2300" dirty="0"/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300" dirty="0"/>
          </a:p>
          <a:p>
            <a:pPr marL="457200" lvl="0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dirty="0"/>
              <a:t>We will provide a separate slide that guides you how to use Slack.</a:t>
            </a:r>
            <a:br>
              <a:rPr lang="en" sz="2300" dirty="0"/>
            </a:br>
            <a:endParaRPr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450" y="2164675"/>
            <a:ext cx="6975724" cy="4625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 idx="4294967295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Set your name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4294967295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Click the profile button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7989724" y="2119220"/>
            <a:ext cx="280200" cy="268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7390186" y="1672820"/>
            <a:ext cx="14793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Click!</a:t>
            </a:r>
            <a:endParaRPr sz="17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350" y="2177125"/>
            <a:ext cx="6900014" cy="456520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 idx="4294967295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Set your name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4294967295"/>
          </p:nvPr>
        </p:nvSpPr>
        <p:spPr>
          <a:xfrm>
            <a:off x="311700" y="1536632"/>
            <a:ext cx="8520600" cy="6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Click “Profile”</a:t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6757250" y="3208800"/>
            <a:ext cx="1411800" cy="2202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2175" y="2076950"/>
            <a:ext cx="7210281" cy="478104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>
            <a:spLocks noGrp="1"/>
          </p:cNvSpPr>
          <p:nvPr>
            <p:ph type="title" idx="4294967295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Set your name</a:t>
            </a:r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body" idx="4294967295"/>
          </p:nvPr>
        </p:nvSpPr>
        <p:spPr>
          <a:xfrm>
            <a:off x="311700" y="1536632"/>
            <a:ext cx="8520600" cy="6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Click “Edit”</a:t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8040900" y="3787100"/>
            <a:ext cx="642000" cy="3927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4725" y="2571925"/>
            <a:ext cx="3420612" cy="4170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 rotWithShape="1">
          <a:blip r:embed="rId4">
            <a:alphaModFix/>
          </a:blip>
          <a:srcRect r="32574"/>
          <a:stretch/>
        </p:blipFill>
        <p:spPr>
          <a:xfrm>
            <a:off x="466550" y="2898175"/>
            <a:ext cx="4898001" cy="38441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title" idx="4294967295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Set your name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4294967295"/>
          </p:nvPr>
        </p:nvSpPr>
        <p:spPr>
          <a:xfrm>
            <a:off x="311700" y="1536630"/>
            <a:ext cx="8520600" cy="20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Change Display name to be same as your name in ETL.</a:t>
            </a:r>
            <a:br>
              <a:rPr lang="en" sz="2400"/>
            </a:br>
            <a:r>
              <a:rPr lang="en" sz="2400"/>
              <a:t>Ex) 양기창</a:t>
            </a:r>
            <a:endParaRPr sz="2400"/>
          </a:p>
        </p:txBody>
      </p:sp>
      <p:sp>
        <p:nvSpPr>
          <p:cNvPr id="107" name="Google Shape;107;p19"/>
          <p:cNvSpPr/>
          <p:nvPr/>
        </p:nvSpPr>
        <p:spPr>
          <a:xfrm>
            <a:off x="5729725" y="3321100"/>
            <a:ext cx="2099400" cy="446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1067270" y="3220902"/>
            <a:ext cx="330300" cy="158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19"/>
          <p:cNvCxnSpPr>
            <a:stCxn id="108" idx="3"/>
            <a:endCxn id="107" idx="1"/>
          </p:cNvCxnSpPr>
          <p:nvPr/>
        </p:nvCxnSpPr>
        <p:spPr>
          <a:xfrm>
            <a:off x="1397570" y="3300102"/>
            <a:ext cx="4332300" cy="244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0" name="Google Shape;110;p19"/>
          <p:cNvSpPr/>
          <p:nvPr/>
        </p:nvSpPr>
        <p:spPr>
          <a:xfrm>
            <a:off x="466550" y="3220900"/>
            <a:ext cx="330300" cy="315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9"/>
          <p:cNvSpPr txBox="1"/>
          <p:nvPr/>
        </p:nvSpPr>
        <p:spPr>
          <a:xfrm>
            <a:off x="201100" y="3514600"/>
            <a:ext cx="960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rgbClr val="FF0000"/>
                </a:solidFill>
              </a:rPr>
              <a:t>Click!</a:t>
            </a:r>
            <a:endParaRPr sz="17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title" idx="4294967295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Join channels</a:t>
            </a:r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318024"/>
            <a:ext cx="9144002" cy="222195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0"/>
          <p:cNvSpPr/>
          <p:nvPr/>
        </p:nvSpPr>
        <p:spPr>
          <a:xfrm>
            <a:off x="1569075" y="2951900"/>
            <a:ext cx="313800" cy="2313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1654250" y="3183200"/>
            <a:ext cx="979200" cy="1569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840650" y="2600500"/>
            <a:ext cx="1938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Click “+” sign</a:t>
            </a:r>
            <a:endParaRPr sz="17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2306350" y="2951900"/>
            <a:ext cx="25797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" sz="170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Click “Browse channels”</a:t>
            </a:r>
            <a:endParaRPr sz="17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title" idx="4294967295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Join channels</a:t>
            </a:r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body" idx="4294967295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Join every channels you can see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#general, #lab, #lecture, #hw1 ~ #hw6, #etc </a:t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150" y="2837400"/>
            <a:ext cx="7075676" cy="369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title" idx="4294967295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Channel usage</a:t>
            </a: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4294967295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If you have any questions, use the appropriate channel to ask. TAs will answer the questions.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Channel usage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#general: Class announcements (only TAs have the write permission)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#lecture: Q&amp;As regarding lectures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#lab: Q&amp;As regarding lab sessions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#hw1 ~ #hw6: Q&amp;As regarding homework1 ~ homework6</a:t>
            </a:r>
            <a:endParaRPr/>
          </a:p>
          <a:p>
            <a:pPr marL="91440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#etc: Other Q&amp;As not included in the above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title" idx="4294967295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Channel usage</a:t>
            </a:r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body" idx="4294967295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It is highly recommended that students </a:t>
            </a:r>
            <a:r>
              <a:rPr lang="en" b="1"/>
              <a:t>answer each other’s questions</a:t>
            </a:r>
            <a:r>
              <a:rPr lang="en"/>
              <a:t>. TAs will of course help too! Participation points will be given to students who actively participates.</a:t>
            </a:r>
            <a:endParaRPr/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For private questions, send emails to TAs.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 Programm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278</Words>
  <Application>Microsoft Macintosh PowerPoint</Application>
  <PresentationFormat>On-screen Show (4:3)</PresentationFormat>
  <Paragraphs>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Computer Programming</vt:lpstr>
      <vt:lpstr>Slack Guide</vt:lpstr>
      <vt:lpstr>If you have any questions...</vt:lpstr>
      <vt:lpstr>Set your name</vt:lpstr>
      <vt:lpstr>Set your name</vt:lpstr>
      <vt:lpstr>Set your name</vt:lpstr>
      <vt:lpstr>Set your name</vt:lpstr>
      <vt:lpstr>Join channels</vt:lpstr>
      <vt:lpstr>Join channels</vt:lpstr>
      <vt:lpstr>Channel usage</vt:lpstr>
      <vt:lpstr>Channel usage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유영재</cp:lastModifiedBy>
  <cp:revision>4</cp:revision>
  <dcterms:modified xsi:type="dcterms:W3CDTF">2026-03-16T00:03:14Z</dcterms:modified>
</cp:coreProperties>
</file>